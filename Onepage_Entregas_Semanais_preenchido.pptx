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0765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Entregas da Semana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Equipe: REDES CORE II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0" y="3657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Período: 04/08 a 08/08/2026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0" y="6583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 pelo envio: ROBERTO HENRIQUE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E6F4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77440" y="1371600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FDF1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377440" y="13716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371600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FBE8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297680" y="13716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Atrasado / Bloqueado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11247120" cy="217170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Responsável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Substituição dos Switches Core Corporativo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Marcio Ianni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8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Concluído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PRODUÇÃO desde SEXTA-FEIRA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Substituição dos appliances Infoblox em EOL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Jennyfer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andamento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 concluído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com os indicadores da 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Jennyfer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andamento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 concluido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Automação de criação de registros de DNS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Leticia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8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Concluído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Entregue na terça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57200" y="470916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85800" y="487375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Destaques da semana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85800" y="5221224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ambiente de Firewall para R82 em 90%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 da campanha X superou a meta em 20%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processo de onboarding reduziu tickets de suporte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63640" y="470916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6492240" y="487375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e próximos passos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492240" y="5221224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 da entregas dos appliances F5 fisicos pode impactar a conclusão do projeto nesse ano de 2026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Precisamos de mais 1 dev para a sprint que vem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Enviado toda sexta-feira até 17h  ·  Dúvidas: [email@empresa.com]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Microsoft Office PowerPoint</Application>
  <PresentationFormat>Widescreen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Georgia</vt:lpstr>
      <vt:lpstr>Office Theme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Roberto Borges</cp:lastModifiedBy>
  <cp:revision>1</cp:revision>
  <dcterms:created xsi:type="dcterms:W3CDTF">2026-08-08T14:48:05Z</dcterms:created>
  <dcterms:modified xsi:type="dcterms:W3CDTF">2026-08-08T15:33:36Z</dcterms:modified>
</cp:coreProperties>
</file>