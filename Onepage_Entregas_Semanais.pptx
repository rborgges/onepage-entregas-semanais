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76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Entregas da Semana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[Nome da Equipe]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 [DD/MM] a [DD/MM/AAAA]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658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pelo envio: [Nome]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37160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DF1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37744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BE8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29768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 / Bloqueado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260604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[Nome da entrega 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[Responsável]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[Observação breve]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[Nome da entrega 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[Responsável]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[Observação breve]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[Nome da entrega 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[Responsável]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[Observação breve]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[Nome da entrega 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[Responsável]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[Observação breve]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[Nome da entrega 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[Responsável]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[Observação breve]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70916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85800" y="48737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da semana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522122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[Destaque ou vitória 1]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[Destaque ou vitória 2]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[Destaque ou vitória 3]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470916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492240" y="48737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próximos passos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92240" y="522122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[Risco/bloqueio e ação para resolver]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[Prioridade para a próxima semana]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[Ajuda ou decisão necessária]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toda sexta-feira até 17h  ·  Dúvidas: [email@empresa.com]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Roberto Borges</cp:lastModifiedBy>
  <cp:revision>1</cp:revision>
  <dcterms:created xsi:type="dcterms:W3CDTF">2026-08-08T14:48:05Z</dcterms:created>
  <dcterms:modified xsi:type="dcterms:W3CDTF">2026-08-08T15:33:36Z</dcterms:modified>
</cp:coreProperties>
</file>